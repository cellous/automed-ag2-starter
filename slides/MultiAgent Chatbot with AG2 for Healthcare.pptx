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7" d="100"/>
          <a:sy n="47" d="100"/>
        </p:scale>
        <p:origin x="150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41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83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47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01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37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693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03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12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12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94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71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0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FFE2B2-0B95-FC6C-5FE1-58507879E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9751" y="768334"/>
            <a:ext cx="6479629" cy="2866405"/>
          </a:xfrm>
        </p:spPr>
        <p:txBody>
          <a:bodyPr>
            <a:normAutofit/>
          </a:bodyPr>
          <a:lstStyle/>
          <a:p>
            <a:r>
              <a:rPr lang="en-US" sz="5600" err="1"/>
              <a:t>MultiAgent</a:t>
            </a:r>
            <a:r>
              <a:rPr lang="en-US" sz="5600"/>
              <a:t> Chatbot with AG2 for Healthcare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A374-AFDD-F428-43AA-902CEB12F8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9751" y="4283239"/>
            <a:ext cx="6479629" cy="14751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Marcellous Searcy </a:t>
            </a:r>
          </a:p>
          <a:p>
            <a:pPr algn="ctr"/>
            <a:r>
              <a:rPr lang="en-US" dirty="0"/>
              <a:t>September 23, 2025</a:t>
            </a:r>
          </a:p>
          <a:p>
            <a:pPr algn="ctr"/>
            <a:r>
              <a:rPr lang="en-US" dirty="0"/>
              <a:t>DeVry University and IBM Computers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27631-D275-B7BA-0EB4-CDF18219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49" r="24197"/>
          <a:stretch>
            <a:fillRect/>
          </a:stretch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72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1B7BF-6F6C-349C-ADDC-3A32584E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AutoMed multi-agent system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CD8BA1-C951-D770-E4CA-BE6F813A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US"/>
              <a:t>Diagnosis 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662702-0BB4-1A2B-7549-899032786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596" y="1382987"/>
            <a:ext cx="6430513" cy="408337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4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52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A5DD6-CD6A-A0E7-9E4C-D2EB05CC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AutoMed multi-agent system</a:t>
            </a:r>
            <a:br>
              <a:rPr lang="en-US" sz="3400"/>
            </a:br>
            <a:r>
              <a:rPr lang="en-US" sz="3400"/>
              <a:t>Pharmacy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16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D81A03-E345-4282-E3E2-866B7ED86C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063"/>
          <a:stretch>
            <a:fillRect/>
          </a:stretch>
        </p:blipFill>
        <p:spPr>
          <a:xfrm>
            <a:off x="651489" y="2169236"/>
            <a:ext cx="10885620" cy="3712134"/>
          </a:xfrm>
          <a:prstGeom prst="rect">
            <a:avLst/>
          </a:prstGeom>
        </p:spPr>
      </p:pic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72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8E86-5E72-96B3-CFBE-EAF3FDC83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AutoMed</a:t>
            </a:r>
            <a:r>
              <a:rPr lang="en-US" dirty="0"/>
              <a:t> multi-agent system</a:t>
            </a:r>
            <a:br>
              <a:rPr lang="en-US" dirty="0"/>
            </a:br>
            <a:r>
              <a:rPr lang="en-US" dirty="0"/>
              <a:t>Consultation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47DD05-676A-F814-6411-B9ED9A9EA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428" y="1968618"/>
            <a:ext cx="10880179" cy="380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7165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PunchcardVTI</vt:lpstr>
      <vt:lpstr>MultiAgent Chatbot with AG2 for Healthcare</vt:lpstr>
      <vt:lpstr>AutoMed multi-agent system</vt:lpstr>
      <vt:lpstr>AutoMed multi-agent system Pharmacy</vt:lpstr>
      <vt:lpstr>AutoMed multi-agent system Consultation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Searcy, Marcellous</dc:creator>
  <cp:lastModifiedBy>Searcy, Marcellous</cp:lastModifiedBy>
  <cp:revision>1</cp:revision>
  <dcterms:created xsi:type="dcterms:W3CDTF">2025-09-24T02:56:43Z</dcterms:created>
  <dcterms:modified xsi:type="dcterms:W3CDTF">2025-09-24T03:11:16Z</dcterms:modified>
</cp:coreProperties>
</file>